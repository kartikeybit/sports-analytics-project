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71" r:id="rId7"/>
    <p:sldId id="261" r:id="rId8"/>
    <p:sldId id="265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4A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8579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Sports Analytics</a:t>
            </a:r>
            <a:r>
              <a:rPr lang="en-US" dirty="0"/>
              <a:t> Project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857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CE4EE"/>
                </a:solidFill>
              </a:defRPr>
            </a:pPr>
            <a:r>
              <a:t>Power BI Dashboard &amp; 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This project analyzes historical Olympic Games data to identify meaningful trends and patterns.</a:t>
            </a:r>
          </a:p>
          <a:p>
            <a:pPr>
              <a:spcAft>
                <a:spcPts val="1300"/>
              </a:spcAft>
              <a:defRPr sz="1900"/>
            </a:pPr>
            <a:r>
              <a:t>The analysis covers Olympic editions, seasons, host cities, sports, events, athlete participation and medals.</a:t>
            </a:r>
          </a:p>
          <a:p>
            <a:pPr>
              <a:spcAft>
                <a:spcPts val="1300"/>
              </a:spcAft>
              <a:defRPr sz="1900"/>
            </a:pPr>
            <a:r>
              <a:t>Power BI is used to transform relational data into an interactive and easy-to-understand analytical dashboard.</a:t>
            </a:r>
          </a:p>
          <a:p>
            <a:pPr>
              <a:spcAft>
                <a:spcPts val="1300"/>
              </a:spcAft>
              <a:defRPr sz="1900"/>
            </a:pPr>
            <a:r>
              <a:t>The dashboard helps compare Olympic performance across years, sports and regions/NOCs.</a:t>
            </a:r>
          </a:p>
          <a:p>
            <a:pPr>
              <a:spcAft>
                <a:spcPts val="1300"/>
              </a:spcAft>
              <a:defRPr sz="1900"/>
            </a:pPr>
            <a:r>
              <a:t>The project follows a MECE structure so each analytical area has a clear purpose.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rPr dirty="0"/>
              <a:t>Measure the scale and growth of Olympic Games over time.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Understand the distribution and evolution of sports and events.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Analyze athlete participation, gender and age patterns.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Evaluate medal distribution across Olympic Games and sports.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Compare regional/NOC participation and medal performance.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Present the findings through interactive KPIs, </a:t>
            </a:r>
            <a:r>
              <a:rPr lang="en-US" dirty="0"/>
              <a:t>and </a:t>
            </a:r>
            <a:r>
              <a:rPr dirty="0"/>
              <a:t>charts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Sports Analytics Project | Power BI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Dataset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rPr dirty="0"/>
              <a:t>Games — Olympic year, Games name and season.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City / </a:t>
            </a:r>
            <a:r>
              <a:rPr dirty="0" err="1"/>
              <a:t>Games_City</a:t>
            </a:r>
            <a:r>
              <a:rPr dirty="0"/>
              <a:t> — Olympic host locations.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Person / </a:t>
            </a:r>
            <a:r>
              <a:rPr dirty="0" err="1"/>
              <a:t>Games_Competitor</a:t>
            </a:r>
            <a:r>
              <a:rPr dirty="0"/>
              <a:t> — athlete information and participation.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Sport / Event — sports and individual Olympic events.</a:t>
            </a:r>
          </a:p>
          <a:p>
            <a:pPr>
              <a:spcAft>
                <a:spcPts val="1300"/>
              </a:spcAft>
              <a:defRPr sz="1900"/>
            </a:pPr>
            <a:r>
              <a:rPr dirty="0" err="1"/>
              <a:t>Competitor_Event</a:t>
            </a:r>
            <a:r>
              <a:rPr dirty="0"/>
              <a:t> / Medal — event participation and medal outcomes.</a:t>
            </a:r>
          </a:p>
          <a:p>
            <a:pPr>
              <a:spcAft>
                <a:spcPts val="1300"/>
              </a:spcAft>
              <a:defRPr sz="1900"/>
            </a:pPr>
            <a:r>
              <a:rPr dirty="0" err="1"/>
              <a:t>NOC_Region</a:t>
            </a:r>
            <a:r>
              <a:rPr dirty="0"/>
              <a:t> / </a:t>
            </a:r>
            <a:r>
              <a:rPr dirty="0" err="1"/>
              <a:t>Person_Region</a:t>
            </a:r>
            <a:r>
              <a:rPr dirty="0"/>
              <a:t> — region/NOC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KPI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92024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Olympic Games</a:t>
            </a:r>
          </a:p>
          <a:p>
            <a:pPr algn="ctr">
              <a:defRPr sz="2200" b="1"/>
            </a:pPr>
            <a:r>
              <a:t>Total Editions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828800"/>
            <a:ext cx="192024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Sports</a:t>
            </a:r>
          </a:p>
          <a:p>
            <a:pPr algn="ctr">
              <a:defRPr sz="2200" b="1"/>
            </a:pPr>
            <a:r>
              <a:t>Total Sports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828800"/>
            <a:ext cx="192024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Events</a:t>
            </a:r>
          </a:p>
          <a:p>
            <a:pPr algn="ctr">
              <a:defRPr sz="2200" b="1"/>
            </a:pPr>
            <a:r>
              <a:t>Total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192024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lang="en-US" dirty="0"/>
              <a:t>Regions</a:t>
            </a:r>
            <a:endParaRPr dirty="0"/>
          </a:p>
          <a:p>
            <a:pPr algn="ctr">
              <a:defRPr sz="2200" b="1"/>
            </a:pPr>
            <a:r>
              <a:rPr lang="en-US" dirty="0"/>
              <a:t>Total Regions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0104120" y="1828800"/>
            <a:ext cx="192024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Medals</a:t>
            </a:r>
          </a:p>
          <a:p>
            <a:pPr algn="ctr">
              <a:defRPr sz="2200" b="1"/>
            </a:pPr>
            <a:r>
              <a:t>Total Medals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rPr dirty="0"/>
              <a:t>KPI cards provide an executive-level summary before users explore detailed visuals.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FABCB-B0C4-5109-1C30-496EF893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90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45181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Dashboard — Olympic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rPr dirty="0"/>
              <a:t>Olympic Games by Season — compares Summer and Winter editions.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Games Over Time — provides a historical timeline.</a:t>
            </a:r>
          </a:p>
          <a:p>
            <a:pPr>
              <a:spcAft>
                <a:spcPts val="1300"/>
              </a:spcAft>
              <a:defRPr sz="1900"/>
            </a:pPr>
            <a:r>
              <a:rPr dirty="0"/>
              <a:t>Games Hosted by City — identifies cities that hosted the most Olympic Games.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DAX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/>
            </a:pPr>
            <a:r>
              <a:t>Olympic Games Count = DISTINCTCOUNT(games[id])</a:t>
            </a:r>
          </a:p>
          <a:p>
            <a:pPr>
              <a:spcAft>
                <a:spcPts val="1300"/>
              </a:spcAft>
              <a:defRPr sz="1600"/>
            </a:pPr>
            <a:r>
              <a:t>Event Count = DISTINCTCOUNT(event[id])</a:t>
            </a:r>
          </a:p>
          <a:p>
            <a:pPr>
              <a:spcAft>
                <a:spcPts val="1300"/>
              </a:spcAft>
              <a:defRPr sz="1600"/>
            </a:pPr>
            <a:r>
              <a:t>Participant Count = DISTINCTCOUNT(games_competitor[person_id])</a:t>
            </a:r>
          </a:p>
          <a:p>
            <a:pPr>
              <a:spcAft>
                <a:spcPts val="1300"/>
              </a:spcAft>
              <a:defRPr sz="1600"/>
            </a:pPr>
            <a:r>
              <a:t>Average Age = AVERAGE(games_competitor[age])</a:t>
            </a:r>
          </a:p>
          <a:p>
            <a:pPr>
              <a:spcAft>
                <a:spcPts val="1300"/>
              </a:spcAft>
              <a:defRPr sz="1600"/>
            </a:pPr>
            <a:r>
              <a:t>Medal Count = CALCULATE(COUNTROWS(competitor_event), medal[medal_name] &lt;&gt; "No medal")</a:t>
            </a:r>
          </a:p>
          <a:p>
            <a:pPr>
              <a:spcAft>
                <a:spcPts val="1300"/>
              </a:spcAft>
              <a:defRPr sz="1600"/>
            </a:pPr>
            <a:r>
              <a:t>Gold Medal Count = CALCULATE(COUNTROWS(competitor_event), medal[medal_name] = "Gold")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Sports Analytics Project | Power BI  •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Analytical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The number of Olympic editions differs substantially between Summer and Winter Games.</a:t>
            </a:r>
          </a:p>
          <a:p>
            <a:pPr>
              <a:spcAft>
                <a:spcPts val="1300"/>
              </a:spcAft>
              <a:defRPr sz="1900"/>
            </a:pPr>
            <a:r>
              <a:t>The Olympic sports program has evolved over time, with changes in sports and events.</a:t>
            </a:r>
          </a:p>
          <a:p>
            <a:pPr>
              <a:spcAft>
                <a:spcPts val="1300"/>
              </a:spcAft>
              <a:defRPr sz="1900"/>
            </a:pPr>
            <a:r>
              <a:t>Athlete participation has expanded and can be compared across Olympic editions and seasons.</a:t>
            </a:r>
          </a:p>
          <a:p>
            <a:pPr>
              <a:spcAft>
                <a:spcPts val="1300"/>
              </a:spcAft>
              <a:defRPr sz="1900"/>
            </a:pPr>
            <a:r>
              <a:t>Medal distribution is concentrated in sports with many competitive events.</a:t>
            </a:r>
          </a:p>
          <a:p>
            <a:pPr>
              <a:spcAft>
                <a:spcPts val="1300"/>
              </a:spcAft>
              <a:defRPr sz="1900"/>
            </a:pPr>
            <a:r>
              <a:t>Regional/NOC performance varies significantly in both participation and medal achievement.</a:t>
            </a:r>
          </a:p>
          <a:p>
            <a:pPr>
              <a:spcAft>
                <a:spcPts val="1300"/>
              </a:spcAft>
              <a:defRPr sz="1900"/>
            </a:pPr>
            <a:r>
              <a:t>Interactive filtering allows these patterns to be examined for specific years, seasons or regions.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Tools &amp;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Technical and analytical skills used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Power BI — dashboard creation, visual analytics and interactive reporting.</a:t>
            </a:r>
          </a:p>
          <a:p>
            <a:pPr>
              <a:spcAft>
                <a:spcPts val="1300"/>
              </a:spcAft>
              <a:defRPr sz="1900"/>
            </a:pPr>
            <a:r>
              <a:t>DAX — KPI measures, distinct counts, filtered calculations and analytical logic.</a:t>
            </a:r>
          </a:p>
          <a:p>
            <a:pPr>
              <a:spcAft>
                <a:spcPts val="1300"/>
              </a:spcAft>
              <a:defRPr sz="1900"/>
            </a:pPr>
            <a:r>
              <a:t>SQL / PostgreSQL — working with relational Olympic data.</a:t>
            </a:r>
          </a:p>
          <a:p>
            <a:pPr>
              <a:spcAft>
                <a:spcPts val="1300"/>
              </a:spcAft>
              <a:defRPr sz="1900"/>
            </a:pPr>
            <a:r>
              <a:t>Data Modeling — connecting Games, athletes, sports, events, medals and regions.</a:t>
            </a:r>
          </a:p>
          <a:p>
            <a:pPr>
              <a:spcAft>
                <a:spcPts val="1300"/>
              </a:spcAft>
              <a:defRPr sz="1900"/>
            </a:pPr>
            <a:r>
              <a:t>Data Visualization — selecting appropriate charts for trends, rankings and distributions.</a:t>
            </a:r>
          </a:p>
          <a:p>
            <a:pPr>
              <a:spcAft>
                <a:spcPts val="1300"/>
              </a:spcAft>
              <a:defRPr sz="1900"/>
            </a:pPr>
            <a:r>
              <a:t>Analytical Thinking — MECE structuring, comparison, trend analysis and KPI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The Sports Analytics dashboard provides a consolidated view of Olympic history and performance.</a:t>
            </a:r>
          </a:p>
          <a:p>
            <a:pPr>
              <a:spcAft>
                <a:spcPts val="1300"/>
              </a:spcAft>
              <a:defRPr sz="1900"/>
            </a:pPr>
            <a:r>
              <a:t>It combines Games, Sports &amp; Participation, Medal Analysis and Regional Performance into one analytical solution.</a:t>
            </a:r>
          </a:p>
          <a:p>
            <a:pPr>
              <a:spcAft>
                <a:spcPts val="1300"/>
              </a:spcAft>
              <a:defRPr sz="1900"/>
            </a:pPr>
            <a:r>
              <a:t>The interactive design enables users to explore trends rather than relying only on static numbers.</a:t>
            </a:r>
          </a:p>
          <a:p>
            <a:pPr>
              <a:spcAft>
                <a:spcPts val="1300"/>
              </a:spcAft>
              <a:defRPr sz="1900"/>
            </a:pPr>
            <a:r>
              <a:t>The project demonstrates practical application of Power BI, DAX, SQL, data modeling and visualization.</a:t>
            </a:r>
          </a:p>
          <a:p>
            <a:pPr>
              <a:spcAft>
                <a:spcPts val="1300"/>
              </a:spcAft>
              <a:defRPr sz="1900"/>
            </a:pPr>
            <a:r>
              <a:t>Overall, the dashboard provides a structured approach to understanding Olympic sports and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64738" y="2560320"/>
            <a:ext cx="183204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 lang="en-US" dirty="0"/>
              <a:t>Thank You</a:t>
            </a:r>
          </a:p>
          <a:p>
            <a:pPr algn="ctr">
              <a:defRPr sz="3000" b="1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657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Kartikey</cp:lastModifiedBy>
  <cp:revision>6</cp:revision>
  <dcterms:created xsi:type="dcterms:W3CDTF">2013-01-27T09:14:16Z</dcterms:created>
  <dcterms:modified xsi:type="dcterms:W3CDTF">2026-09-10T13:52:16Z</dcterms:modified>
  <cp:category/>
</cp:coreProperties>
</file>